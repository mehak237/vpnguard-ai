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age_1_box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age_2_box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age_3_box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age_4_box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age_5_box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page_6_box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