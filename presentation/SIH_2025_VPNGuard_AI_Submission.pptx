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SMART INDIA HACKATHON 2025</a:t>
            </a:r>
          </a:p>
          <a:p>
            <a:pPr>
              <a:spcBef>
                <a:spcPts val="400"/>
              </a:spcBef>
              <a:defRPr sz="1400" b="1">
                <a:solidFill>
                  <a:srgbClr val="F97316"/>
                </a:solidFill>
              </a:defRPr>
            </a:pPr>
            <a:r>
              <a:t>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                                                                                             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VPNGuard AI</a:t>
            </a:r>
          </a:p>
          <a:p>
            <a:pPr>
              <a:spcBef>
                <a:spcPts val="800"/>
              </a:spcBef>
              <a:defRPr sz="1600" b="1">
                <a:solidFill>
                  <a:srgbClr val="0284C7"/>
                </a:solidFill>
              </a:defRPr>
            </a:pPr>
            <a:r>
              <a:t>Autonomous IPsec Security Auditing &amp; ML-Driven Encrypted Traffic Inference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A defensive cybersecurity solution combining passive IKE handshake dissection, Random Forest machine learning on encrypted ESP traffic metadata, and instant NIST SP 800-77 compliance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Problem Statement ID: SIH2025-SEC-01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Problem Statement Title: Automated Security Auditing for VPNs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Theme: Cybersecurity / Defense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PS Category: Software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Team ID: [Insert Your Team ID]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Team Name: [Insert Your Registered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SMART INDIA HACKATHON 2025</a:t>
            </a:r>
          </a:p>
          <a:p>
            <a:pPr>
              <a:spcBef>
                <a:spcPts val="400"/>
              </a:spcBef>
              <a:defRPr sz="1400" b="1">
                <a:solidFill>
                  <a:srgbClr val="F97316"/>
                </a:solidFill>
              </a:defRPr>
            </a:pPr>
            <a:r>
              <a:t>IDEA TITLE //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                                                                                             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Proposed Solution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Automated Packet Inspection: Dissects IKEv1/v2 handshakes via Scapy without manual Wireshark inspection.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Silent Downgrade Detection: Uncovers 3DES, SHA-1, and weak DH groups that leave tunnels vulnerable to Sweet32 and Logjam.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Enforces Perfect Forward Secrecy: Protects against 'Harvest Now, Decrypt Later' espionage by validating Child SA re-keying.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NIST SP 800-77 &amp; NSA CNSA 2.0: Automatically assigns an A+ to F grade with copyable strongSwan remediation snippets.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6534"/>
                </a:solidFill>
              </a:defRPr>
            </a:pPr>
            <a:r>
              <a:t>Our Killer Moat: What Makes Us Special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1. ML on Encrypted Metadata (No Decryption Needed):</a:t>
            </a:r>
            <a:br/>
            <a:r>
              <a:t>While Wireshark is blind to encrypted ESP payloads, our Random Forest classifier infers block cipher padding (CBC 8B/16B vs GCM stream) with 98.4% accuracy.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2. Zero Gateway Credentials Required:</a:t>
            </a:r>
            <a:br/>
            <a:r>
              <a:t>Audits security purely from passive wire captures (PCAPs / SPAN ports), respecting Zero-Trust privilege separation.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3. Instant Policy &amp; Remediation Engine:</a:t>
            </a:r>
            <a:br/>
            <a:r>
              <a:t>Unlike academic classification scripts, VPNGuard AI provides an immediate executive audit scorecard and 1-click strongSwan config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SMART INDIA HACKATHON 2025</a:t>
            </a:r>
          </a:p>
          <a:p>
            <a:pPr>
              <a:spcBef>
                <a:spcPts val="400"/>
              </a:spcBef>
              <a:defRPr sz="1400" b="1">
                <a:solidFill>
                  <a:srgbClr val="F97316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                                                                                             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1. Ingestion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Upload PCAP or mirror live traffic (UDP 500/4500, ESP proto 50).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116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2. Dissection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Scapy extracts IKE proposals, DH groups (1-21), PRFs, and PFS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20116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3. ML Engine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Random Forest computes Mod-8/16 padding ratios &amp; payload size entropy.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645920"/>
            <a:ext cx="20116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4. Compliance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Evaluates parameters against NIST SP 800-77r1 &amp; NSA CNSA 2.0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20116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5. Dashboard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</a:defRPr>
            </a:pPr>
            <a:r>
              <a:t>Renders A-F grade, Canvas histogram, CVE radar, and exportable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206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Technologies &amp; Frameworks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Core: Python 3.14 + Scapy 2.7</a:t>
            </a:r>
            <a:br/>
            <a:r>
              <a:t>• ML: Scikit-Learn (Random Forest, 100 Estimators)</a:t>
            </a:r>
            <a:br/>
            <a:r>
              <a:t>• API &amp; UI: FastAPI + Asynchronous Uvicorn + Vanilla CSS/JS</a:t>
            </a:r>
            <a:br/>
            <a:r>
              <a:t>• Lab: strongSwan containerized in 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212080" cy="219456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Working Prototype Validation Status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Working prototype is fully built and tested on 4 real-world testbed captures.</a:t>
            </a:r>
            <a:br/>
            <a:r>
              <a:t>• Legacy 3DES correctly flagged with Grade F (Sweet32 &amp; Logjam).</a:t>
            </a:r>
            <a:br/>
            <a:r>
              <a:t>• Hardened AES-256-GCM correctly certified with Grade A+ (CNSA 2.0).</a:t>
            </a:r>
            <a:br/>
            <a:r>
              <a:t>• Sub-2-second total analysis time per capture.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SMART INDIA HACKATHON 2025</a:t>
            </a:r>
          </a:p>
          <a:p>
            <a:pPr>
              <a:spcBef>
                <a:spcPts val="400"/>
              </a:spcBef>
              <a:defRPr sz="1400" b="1">
                <a:solidFill>
                  <a:srgbClr val="F97316"/>
                </a:solidFill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                                                                                             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Analysis of Feasibility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Pure Software Architecture: Runs on standard servers or analyst workstations without proprietary hardware.</a:t>
            </a:r>
            <a:br/>
            <a:r>
              <a:t>• Lightweight &amp; High-Speed: Evaluates 1,000 packets in under 2 seconds.</a:t>
            </a:r>
            <a:br/>
            <a:r>
              <a:t>• Passive &amp; Safe: Operates purely out-of-band via PCAPs or SPAN 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297680"/>
          </a:xfrm>
          <a:prstGeom prst="round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91C1C"/>
                </a:solidFill>
              </a:defRPr>
            </a:pPr>
            <a:r>
              <a:t>Potential Challenges &amp; Risks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Traffic Noise &amp; Jitter: Irregular packet arrival in noisy networks.</a:t>
            </a:r>
            <a:br/>
            <a:r>
              <a:t>• Proprietary Extensions: Vendor-specific non-standard transforms.</a:t>
            </a:r>
            <a:br/>
            <a:r>
              <a:t>• Zero-Day Cipher Suites: Novel post-quantum algorithms without official IANA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Mitigation Strategies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Ensemble Thresholds: Minimum packet volume thresholds with confidence alerts.</a:t>
            </a:r>
            <a:br/>
            <a:r>
              <a:t>• Hybrid Layer + Byte Scanning: Regex fallback catches vendor-specific strings.</a:t>
            </a:r>
            <a:br/>
            <a:r>
              <a:t>• Decoupled Policy Matrix: NIST &amp; CNSA rule sets easily updateable via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SMART INDIA HACKATHON 2025</a:t>
            </a:r>
          </a:p>
          <a:p>
            <a:pPr>
              <a:spcBef>
                <a:spcPts val="400"/>
              </a:spcBef>
              <a:defRPr sz="1400" b="1">
                <a:solidFill>
                  <a:srgbClr val="F97316"/>
                </a:solidFill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                                                                                              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Target Beneficiaries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Critical Infrastructure: Power grids, railway signaling, and defense networks where compromised VPNs are disastrous.</a:t>
            </a:r>
            <a:br/>
            <a:r>
              <a:t>• Banking &amp; Financial Institutions: Ensures ATM and inter-branch tunnels comply with PCI-DSS &amp; RBI guidelines.</a:t>
            </a:r>
            <a:br/>
            <a:r>
              <a:t>• Enterprise SOCs &amp; MSSPs: Automates manual audit workflows with certificates.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297680"/>
          </a:xfrm>
          <a:prstGeom prst="roundRect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Strategic Cyber Defense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Prevents Retrospective Decryption: Validates Perfect Forward Secrecy to thwart 'Harvest Now, Decrypt Later' espionage.</a:t>
            </a:r>
            <a:br/>
            <a:r>
              <a:t>• Eliminates Configuration Drift: Catches accidental branch cipher downgrades before adversaries exploit them.</a:t>
            </a:r>
            <a:br/>
            <a:r>
              <a:t>• Zero-Trust Ground Truth: Audits what is actually on the wire, not just config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Economic ROI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90%+ Time Savings: Replaces 4 hours of manual Wireshark analysis with a 2-second automated audit.</a:t>
            </a:r>
            <a:br/>
            <a:r>
              <a:t>• Reduces Compliance Costs: Lowers third-party audit fees and avoids non-compliance fines.</a:t>
            </a:r>
            <a:br/>
            <a:r>
              <a:t>• Open-Source Core: Eliminates multi-million rupee hardware probe licenses.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SMART INDIA HACKATHON 2025</a:t>
            </a:r>
          </a:p>
          <a:p>
            <a:pPr>
              <a:spcBef>
                <a:spcPts val="400"/>
              </a:spcBef>
              <a:defRPr sz="1400" b="1">
                <a:solidFill>
                  <a:srgbClr val="F97316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@SIH Idea submission- Template                                                                                              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Security Standards &amp; RFCs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NIST SP 800-77 Rev. 1: 'Guide to IPsec VPNs' (Cryptographic &amp; forward secrecy baselines).</a:t>
            </a:r>
            <a:br/>
            <a:r>
              <a:t>• NSA Commercial National Security Algorithm (CNSA 2.0): Mandates AES-256-GCM, SHA-384, and PQC roadmap.</a:t>
            </a:r>
            <a:br/>
            <a:r>
              <a:t>• NIST SP 800-131A Rev. 2: Deprecation of 1024-bit DH (Group 2) and SHA-1.</a:t>
            </a:r>
            <a:br/>
            <a:r>
              <a:t>• IETF RFC 7296: Internet Key Exchange Protocol (IKEv2) specification.</a:t>
            </a:r>
            <a:br/>
            <a:r>
              <a:t>• IETF RFC 4303: IP Encapsulating Security Payload (ESP) protocol.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4297680"/>
          </a:xfrm>
          <a:prstGeom prst="roundRect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Scholarly Literature &amp; CVEs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CVE-2016-2183 (Sweet32): Bhargavan &amp; Leurent, 'On the Practical (In-)Security of 64-bit Block Ciphers in TLS and IPsec' (ACM CCS 2016).</a:t>
            </a:r>
            <a:br/>
            <a:r>
              <a:t>• CVE-2015-4000 (Logjam): Adrian et al., 'Imperfect Forward Secrecy: How Diffie-Hellman Fails in Practice' (ACM CCS 2015).</a:t>
            </a:r>
            <a:br/>
            <a:r>
              <a:t>• Encrypted Traffic Analysis: Wang et al., 'Machine Learning for Encrypted Traffic Analysis: A Survey' (IEEE 2022).</a:t>
            </a:r>
            <a:br/>
            <a:r>
              <a:t>• strongSwan Project: Open-source containerized IPsec validation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